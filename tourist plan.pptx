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39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456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388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758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589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B28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94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91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83303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95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646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049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5777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2305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9501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2643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>
              <a:gd name="connsiteX0" fmla="*/ 48006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5562599 h 6858000"/>
              <a:gd name="connsiteX5" fmla="*/ 4800600 w 12192000"/>
              <a:gd name="connsiteY5" fmla="*/ 55625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395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6705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6677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8586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8206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1890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1246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0613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5042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1211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0649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473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855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581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</p:sldLayoutIdLst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t>TOURIST ATTRACTION PLANNER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/>
            </a:pPr>
            <a:r>
              <a:t>DAA Mini Project</a:t>
            </a:r>
          </a:p>
          <a:p>
            <a:pPr algn="ctr">
              <a:defRPr sz="1800"/>
            </a:pPr>
            <a:r>
              <a:t>Greedy • 0/1 Knapsack • Graph Traversal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9319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Python  |  Streamlit  |  Leaflet / Folium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t>Tourist Attraction Planner  •  DAA Mini Project                                      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0E4D28-27AD-97D3-33EA-E03D01E77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933" y="0"/>
            <a:ext cx="2242662" cy="22426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BD4BCAD-1AD9-B6C1-A58F-BE4CC99B9876}"/>
              </a:ext>
            </a:extLst>
          </p:cNvPr>
          <p:cNvSpPr txBox="1"/>
          <p:nvPr/>
        </p:nvSpPr>
        <p:spPr>
          <a:xfrm>
            <a:off x="8106347" y="4615339"/>
            <a:ext cx="37917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DONE BY : </a:t>
            </a:r>
          </a:p>
          <a:p>
            <a:r>
              <a:rPr lang="en-US" dirty="0"/>
              <a:t>M. Mahesh – 514</a:t>
            </a:r>
          </a:p>
          <a:p>
            <a:r>
              <a:rPr lang="en-US" dirty="0" err="1"/>
              <a:t>M.Satya</a:t>
            </a:r>
            <a:r>
              <a:rPr lang="en-US" dirty="0"/>
              <a:t> – 509</a:t>
            </a:r>
          </a:p>
          <a:p>
            <a:r>
              <a:rPr lang="en-US" dirty="0" err="1"/>
              <a:t>A.Harsha</a:t>
            </a:r>
            <a:r>
              <a:rPr lang="en-US" dirty="0"/>
              <a:t> – 457</a:t>
            </a:r>
          </a:p>
          <a:p>
            <a:r>
              <a:rPr lang="en-US" dirty="0"/>
              <a:t>V. Eshwar - 535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Tourists have limited time and a fixed travel budget.</a:t>
            </a:r>
          </a:p>
          <a:p>
            <a:pPr>
              <a:spcAft>
                <a:spcPts val="1000"/>
              </a:spcAft>
              <a:defRPr sz="2000"/>
            </a:pPr>
            <a:r>
              <a:t>Many attractions may be available, but visiting all of them may not be feasible.</a:t>
            </a:r>
          </a:p>
          <a:p>
            <a:pPr>
              <a:spcAft>
                <a:spcPts val="1000"/>
              </a:spcAft>
              <a:defRPr sz="2000"/>
            </a:pPr>
            <a:r>
              <a:t>The system must select useful attractions within time and budget constraints.</a:t>
            </a:r>
          </a:p>
          <a:p>
            <a:pPr>
              <a:spcAft>
                <a:spcPts val="1000"/>
              </a:spcAft>
              <a:defRPr sz="2000"/>
            </a:pPr>
            <a:r>
              <a:t>It must also generate a feasible order for visiting the selected attractions.</a:t>
            </a:r>
          </a:p>
          <a:p>
            <a:pPr>
              <a:spcAft>
                <a:spcPts val="1000"/>
              </a:spcAft>
              <a:defRPr sz="2000"/>
            </a:pPr>
            <a:r>
              <a:t>The solution should make algorithmic decisions visible and understandable.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t>Tourist Attraction Planner  •  DAA Mini Project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Select attractions that maximize overall priority/value.</a:t>
            </a:r>
          </a:p>
          <a:p>
            <a:pPr>
              <a:spcAft>
                <a:spcPts val="1000"/>
              </a:spcAft>
              <a:defRPr sz="2000"/>
            </a:pPr>
            <a:r>
              <a:t>Respect maximum available time and travel budget.</a:t>
            </a:r>
          </a:p>
          <a:p>
            <a:pPr>
              <a:spcAft>
                <a:spcPts val="1000"/>
              </a:spcAft>
              <a:defRPr sz="2000"/>
            </a:pPr>
            <a:r>
              <a:t>Use Greedy to demonstrate fast local decision-making.</a:t>
            </a:r>
          </a:p>
          <a:p>
            <a:pPr>
              <a:spcAft>
                <a:spcPts val="1000"/>
              </a:spcAft>
              <a:defRPr sz="2000"/>
            </a:pPr>
            <a:r>
              <a:t>Use 0/1 Knapsack to find an optimal combination for the modeled constraints.</a:t>
            </a:r>
          </a:p>
          <a:p>
            <a:pPr>
              <a:spcAft>
                <a:spcPts val="1000"/>
              </a:spcAft>
              <a:defRPr sz="2000"/>
            </a:pPr>
            <a:r>
              <a:t>Use Graph Traversal to represent connections and generate a feasible visit order.</a:t>
            </a:r>
          </a:p>
          <a:p>
            <a:pPr>
              <a:spcAft>
                <a:spcPts val="1000"/>
              </a:spcAft>
              <a:defRPr sz="2000"/>
            </a:pPr>
            <a:r>
              <a:t>Compare the behavior, result quality, and computational trade-offs of the approaches.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t>Tourist Attraction Planner  •  DAA Mini Project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Input Data &amp; Representation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25880"/>
          <a:ext cx="64922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3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3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3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3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Attraction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Visit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Priority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Charminar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60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₹100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Salar Jung Museum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90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₹150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Golconda Fort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120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₹200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Hussain Sagar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60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₹50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98079" y="141732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Vertices → attractions</a:t>
            </a:r>
          </a:p>
          <a:p>
            <a:pPr>
              <a:spcAft>
                <a:spcPts val="1000"/>
              </a:spcAft>
              <a:defRPr sz="1700"/>
            </a:pPr>
            <a:r>
              <a:t>Edges → travel connections</a:t>
            </a:r>
          </a:p>
          <a:p>
            <a:pPr>
              <a:spcAft>
                <a:spcPts val="1000"/>
              </a:spcAft>
              <a:defRPr sz="1700"/>
            </a:pPr>
            <a:r>
              <a:t>Edge weights → distance or travel time</a:t>
            </a:r>
          </a:p>
          <a:p>
            <a:pPr>
              <a:spcAft>
                <a:spcPts val="1000"/>
              </a:spcAft>
              <a:defRPr sz="1700"/>
            </a:pPr>
            <a:r>
              <a:t>Attraction attributes → time, cost, priority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t>Tourist Attraction Planner  •  DAA Mini Project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Greedy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Calculate a score for each attraction:</a:t>
            </a:r>
          </a:p>
          <a:p>
            <a:pPr lvl="1">
              <a:spcAft>
                <a:spcPts val="1000"/>
              </a:spcAft>
              <a:defRPr sz="1600"/>
            </a:pPr>
            <a:r>
              <a:t>Score = Priority / (Cost + Time)</a:t>
            </a:r>
          </a:p>
          <a:p>
            <a:pPr>
              <a:spcAft>
                <a:spcPts val="1000"/>
              </a:spcAft>
              <a:defRPr sz="1900"/>
            </a:pPr>
            <a:r>
              <a:t>Sort attractions by the score in descending order.</a:t>
            </a:r>
          </a:p>
          <a:p>
            <a:pPr>
              <a:spcAft>
                <a:spcPts val="1000"/>
              </a:spcAft>
              <a:defRPr sz="1900"/>
            </a:pPr>
            <a:r>
              <a:t>Select the highest-scoring attraction if it fits the remaining time and budget.</a:t>
            </a:r>
          </a:p>
          <a:p>
            <a:pPr>
              <a:spcAft>
                <a:spcPts val="1000"/>
              </a:spcAft>
              <a:defRPr sz="1900"/>
            </a:pPr>
            <a:r>
              <a:t>Repeat until no feasible attraction remains.</a:t>
            </a:r>
          </a:p>
          <a:p>
            <a:pPr>
              <a:spcAft>
                <a:spcPts val="1000"/>
              </a:spcAft>
              <a:defRPr sz="1900"/>
            </a:pPr>
            <a:r>
              <a:t>Advantage: simple and fast; limitation: a locally best choice is not always globally optimal.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t>Tourist Attraction Planner  •  DAA Mini Project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0/1 Knapsack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Each attraction is treated as an item that can be selected once or skipped.</a:t>
            </a:r>
          </a:p>
          <a:p>
            <a:pPr>
              <a:spcAft>
                <a:spcPts val="1000"/>
              </a:spcAft>
              <a:defRPr sz="1900"/>
            </a:pPr>
            <a:r>
              <a:t>Value = attraction priority.</a:t>
            </a:r>
          </a:p>
          <a:p>
            <a:pPr>
              <a:spcAft>
                <a:spcPts val="1000"/>
              </a:spcAft>
              <a:defRPr sz="1900"/>
            </a:pPr>
            <a:r>
              <a:t>Constraints = available time and budget.</a:t>
            </a:r>
          </a:p>
          <a:p>
            <a:pPr>
              <a:spcAft>
                <a:spcPts val="1000"/>
              </a:spcAft>
              <a:defRPr sz="1900"/>
            </a:pPr>
            <a:r>
              <a:t>Dynamic Programming evaluates combinations to maximize total priority.</a:t>
            </a:r>
          </a:p>
          <a:p>
            <a:pPr>
              <a:spcAft>
                <a:spcPts val="1000"/>
              </a:spcAft>
              <a:defRPr sz="1900"/>
            </a:pPr>
            <a:r>
              <a:t>The resulting set provides an optimal combination for the defined knapsack model.</a:t>
            </a:r>
          </a:p>
          <a:p>
            <a:pPr>
              <a:spcAft>
                <a:spcPts val="1000"/>
              </a:spcAft>
              <a:defRPr sz="1900"/>
            </a:pPr>
            <a:r>
              <a:t>The application displays the selected attractions, total value, time, and cost.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t>Tourist Attraction Planner  •  DAA Mini Project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Graph Traversal &amp; Visit Order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645920" y="1600200"/>
            <a:ext cx="2743200" cy="64008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389120" y="1600200"/>
            <a:ext cx="2926080" cy="64008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20" y="2240280"/>
            <a:ext cx="2743200" cy="192024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389120" y="1600200"/>
            <a:ext cx="0" cy="256032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4389120" y="2240280"/>
            <a:ext cx="2926080" cy="192024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914400" y="1920240"/>
            <a:ext cx="1463040" cy="6400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Charminar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1280160"/>
            <a:ext cx="1463040" cy="6400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Salar Jung</a:t>
            </a:r>
          </a:p>
        </p:txBody>
      </p:sp>
      <p:sp>
        <p:nvSpPr>
          <p:cNvPr id="10" name="Oval 9"/>
          <p:cNvSpPr/>
          <p:nvPr/>
        </p:nvSpPr>
        <p:spPr>
          <a:xfrm>
            <a:off x="6583680" y="1920240"/>
            <a:ext cx="1463040" cy="6400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Golconda</a:t>
            </a:r>
          </a:p>
        </p:txBody>
      </p:sp>
      <p:sp>
        <p:nvSpPr>
          <p:cNvPr id="11" name="Oval 10"/>
          <p:cNvSpPr/>
          <p:nvPr/>
        </p:nvSpPr>
        <p:spPr>
          <a:xfrm>
            <a:off x="3657600" y="3840480"/>
            <a:ext cx="1463040" cy="6400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Hussain Sagar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50876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BFS/DFS demonstrates traversal of the attraction network.</a:t>
            </a:r>
          </a:p>
          <a:p>
            <a:pPr>
              <a:spcAft>
                <a:spcPts val="1000"/>
              </a:spcAft>
              <a:defRPr sz="1600"/>
            </a:pPr>
            <a:r>
              <a:t>Selected attractions can be connected into a feasible route.</a:t>
            </a:r>
          </a:p>
          <a:p>
            <a:pPr>
              <a:spcAft>
                <a:spcPts val="1000"/>
              </a:spcAft>
              <a:defRPr sz="1600"/>
            </a:pPr>
            <a:r>
              <a:t>The final order is shown to the user rather than hidden inside the algorithm.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t>Tourist Attraction Planner  •  DAA Mini Project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System Workflow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234440"/>
            <a:ext cx="457200" cy="4572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1216152"/>
            <a:ext cx="896112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Enter attractions, costs, times and priorities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984248"/>
            <a:ext cx="457200" cy="4572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00200" y="1965960"/>
            <a:ext cx="896112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Set maximum budget and available time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734056"/>
            <a:ext cx="457200" cy="4572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0200" y="2715768"/>
            <a:ext cx="896112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Build attraction graph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483864"/>
            <a:ext cx="457200" cy="4572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00200" y="3465576"/>
            <a:ext cx="896112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Run Greedy / Knapsack selection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233672"/>
            <a:ext cx="457200" cy="4572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00200" y="4215384"/>
            <a:ext cx="896112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Traverse graph to generate visit order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983479"/>
            <a:ext cx="457200" cy="4572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00200" y="4965192"/>
            <a:ext cx="896112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Display route, map and algorithm decisions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t>Tourist Attraction Planner  •  DAA Mini Project           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Technology &amp; User Interface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Algorithm implementation and data processing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Streamlit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Interactive web application interface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Leaflet / Folium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Interactive attraction map and route visualization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Data Structures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Lists, dictionaries, graphs and DP tables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61772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t>Sidebar: budget, time, starting point and algorithm selection</a:t>
            </a:r>
          </a:p>
          <a:p>
            <a:pPr>
              <a:spcAft>
                <a:spcPts val="1000"/>
              </a:spcAft>
              <a:defRPr sz="1500"/>
            </a:pPr>
            <a:r>
              <a:t>Dashboard: selected attractions, total cost, total time and priority</a:t>
            </a:r>
          </a:p>
          <a:p>
            <a:pPr>
              <a:spcAft>
                <a:spcPts val="1000"/>
              </a:spcAft>
              <a:defRPr sz="1500"/>
            </a:pPr>
            <a:r>
              <a:t>Map: attraction markers and final route</a:t>
            </a:r>
          </a:p>
          <a:p>
            <a:pPr>
              <a:spcAft>
                <a:spcPts val="1000"/>
              </a:spcAft>
              <a:defRPr sz="1500"/>
            </a:pPr>
            <a:r>
              <a:t>Decision log: explains why each attraction was selected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t>Tourist Attraction Planner  •  DAA Mini Project             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Algorithm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2588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Greedy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0/1 Knapsack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Decision style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Local best choice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Combination optimization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Generally faster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Higher computation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Optimality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Not guaranteed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Optimal for modeled constraints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Dynamic Programming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Use in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Fast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Optimization comparison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44068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Graph Traversal complements both approaches by generating/illustrating the visit order.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t>Tourist Attraction Planner  •  DAA Mini Project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Sample Final Output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34440"/>
          <a:ext cx="108813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Selected attractions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Charminar, Salar Jung, Golconda Fort, Hussain Sagar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Total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₹850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Total visit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310 minutes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Total priority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Visit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Charminar → Salar Jung → Golconda Fort → Hussain Sagar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6235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t>The application explains the route and the choices made by the selected algorithm.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t>Tourist Attraction Planner  •  DAA Mini Project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The Tourist Attraction Planner converts a real-world planning problem into an algorithmic solution.</a:t>
            </a:r>
          </a:p>
          <a:p>
            <a:pPr>
              <a:spcAft>
                <a:spcPts val="1000"/>
              </a:spcAft>
              <a:defRPr sz="1800"/>
            </a:pPr>
            <a:r>
              <a:t>Greedy demonstrates fast local optimization.</a:t>
            </a:r>
          </a:p>
          <a:p>
            <a:pPr>
              <a:spcAft>
                <a:spcPts val="1000"/>
              </a:spcAft>
              <a:defRPr sz="1800"/>
            </a:pPr>
            <a:r>
              <a:t>0/1 Knapsack demonstrates constrained optimization using Dynamic Programming.</a:t>
            </a:r>
          </a:p>
          <a:p>
            <a:pPr>
              <a:spcAft>
                <a:spcPts val="1000"/>
              </a:spcAft>
              <a:defRPr sz="1800"/>
            </a:pPr>
            <a:r>
              <a:t>Graph Traversal models relationships and supports feasible visit ordering.</a:t>
            </a:r>
          </a:p>
          <a:p>
            <a:pPr>
              <a:spcAft>
                <a:spcPts val="1000"/>
              </a:spcAft>
              <a:defRPr sz="1800"/>
            </a:pPr>
            <a:r>
              <a:t>Streamlit and Leaflet/Folium make the algorithm decisions visually understandable.</a:t>
            </a:r>
          </a:p>
          <a:p>
            <a:pPr>
              <a:spcAft>
                <a:spcPts val="1000"/>
              </a:spcAft>
              <a:defRPr sz="1800"/>
            </a:pPr>
            <a:r>
              <a:t>Future scope: real-time traffic, weather, live ticket prices, user preferences, multi-day trips and larger route optimization.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t>Tourist Attraction Planner  •  DAA Mini Project                            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9184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Questions &amp;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t>Tourist Attraction Planner  •  DAA Mini Project                                    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Experience">
  <a:themeElements>
    <a:clrScheme name="Orange Experience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Custom 40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9BAA8FFB-1EEF-49AC-B7FF-0F37799585E9}" vid="{6523F788-A6E6-47B0-B3C7-625411BE5A1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Orange Experience</Template>
  <TotalTime>6</TotalTime>
  <Words>839</Words>
  <Application>Microsoft Office PowerPoint</Application>
  <PresentationFormat>Widescreen</PresentationFormat>
  <Paragraphs>153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Oswald SemiBold</vt:lpstr>
      <vt:lpstr>Univers Condensed Light</vt:lpstr>
      <vt:lpstr>Orange Experience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 745 G6</dc:creator>
  <cp:keywords/>
  <dc:description>generated using python-pptx</dc:description>
  <cp:lastModifiedBy>eshwar vasamsetti</cp:lastModifiedBy>
  <cp:revision>2</cp:revision>
  <dcterms:created xsi:type="dcterms:W3CDTF">2013-01-27T09:14:16Z</dcterms:created>
  <dcterms:modified xsi:type="dcterms:W3CDTF">2026-10-03T06:07:06Z</dcterms:modified>
  <cp:category/>
</cp:coreProperties>
</file>